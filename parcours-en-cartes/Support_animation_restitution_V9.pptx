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67d677c0343fe" /><Relationship Type="http://schemas.openxmlformats.org/officeDocument/2006/relationships/extended-properties" Target="/docProps/app.xml" Id="R5046a98fb3764374" /><Relationship Type="http://schemas.openxmlformats.org/officeDocument/2006/relationships/officeDocument" Target="/ppt/presentation.xml" Id="R566ba8cdb936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dd6fdd0f8c4336"/>
  </p:sldMasterIdLst>
  <p:notesMasterIdLst>
    <p:notesMasterId xmlns:r="http://schemas.openxmlformats.org/officeDocument/2006/relationships" r:id="R6c1d25bb0e4e44af"/>
  </p:notesMasterIdLst>
  <p:sldIdLst>
    <p:sldId xmlns:r="http://schemas.openxmlformats.org/officeDocument/2006/relationships" id="256" r:id="Rcb5164e6dcba494d"/>
    <p:sldId xmlns:r="http://schemas.openxmlformats.org/officeDocument/2006/relationships" id="257" r:id="Rb431e9424d864691"/>
    <p:sldId xmlns:r="http://schemas.openxmlformats.org/officeDocument/2006/relationships" id="258" r:id="Re00c13d65c3a44cf"/>
    <p:sldId xmlns:r="http://schemas.openxmlformats.org/officeDocument/2006/relationships" id="259" r:id="R27fc88c7444e4f21"/>
    <p:sldId xmlns:r="http://schemas.openxmlformats.org/officeDocument/2006/relationships" id="260" r:id="R95fbfea8948c41ea"/>
    <p:sldId xmlns:r="http://schemas.openxmlformats.org/officeDocument/2006/relationships" id="261" r:id="R2a69eea713cd4898"/>
    <p:sldId xmlns:r="http://schemas.openxmlformats.org/officeDocument/2006/relationships" id="262" r:id="Recf635befbfd4882"/>
    <p:sldId xmlns:r="http://schemas.openxmlformats.org/officeDocument/2006/relationships" id="263" r:id="Ra0b1590d1a424418"/>
    <p:sldId xmlns:r="http://schemas.openxmlformats.org/officeDocument/2006/relationships" id="264" r:id="R854723c52bcd42d3"/>
    <p:sldId xmlns:r="http://schemas.openxmlformats.org/officeDocument/2006/relationships" id="265" r:id="Reecbfb55b9d84c30"/>
    <p:sldId xmlns:r="http://schemas.openxmlformats.org/officeDocument/2006/relationships" id="266" r:id="Rea42d008b04846d4"/>
    <p:sldId xmlns:r="http://schemas.openxmlformats.org/officeDocument/2006/relationships" id="267" r:id="Rd3ab55bdb54f4e75"/>
    <p:sldId xmlns:r="http://schemas.openxmlformats.org/officeDocument/2006/relationships" id="268" r:id="R16cd4c075edf46aa"/>
    <p:sldId xmlns:r="http://schemas.openxmlformats.org/officeDocument/2006/relationships" id="269" r:id="R73b1d705a9ee4015"/>
    <p:sldId xmlns:r="http://schemas.openxmlformats.org/officeDocument/2006/relationships" id="270" r:id="R7d6b949387be47e1"/>
    <p:sldId xmlns:r="http://schemas.openxmlformats.org/officeDocument/2006/relationships" id="271" r:id="Rf215c72a549a49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19b3a50c549a0" /><Relationship Type="http://schemas.openxmlformats.org/officeDocument/2006/relationships/slideMaster" Target="/ppt/slideMasters/slideMaster1.xml" Id="R7edd6fdd0f8c4336" /><Relationship Type="http://schemas.openxmlformats.org/officeDocument/2006/relationships/notesMaster" Target="/ppt/notesMasters/notesMaster1.xml" Id="R6c1d25bb0e4e44af" /><Relationship Type="http://schemas.openxmlformats.org/officeDocument/2006/relationships/presProps" Target="/ppt/presProps.xml" Id="Rc4fdd6e4e5a74c4b" /><Relationship Type="http://schemas.openxmlformats.org/officeDocument/2006/relationships/tableStyles" Target="/ppt/tableStyles.xml" Id="Rc153d5343bae4d2e" /><Relationship Type="http://schemas.openxmlformats.org/officeDocument/2006/relationships/slide" Target="/ppt/slides/slide1.xml" Id="Rcb5164e6dcba494d" /><Relationship Type="http://schemas.openxmlformats.org/officeDocument/2006/relationships/slide" Target="/ppt/slides/slide2.xml" Id="Rb431e9424d864691" /><Relationship Type="http://schemas.openxmlformats.org/officeDocument/2006/relationships/slide" Target="/ppt/slides/slide3.xml" Id="Re00c13d65c3a44cf" /><Relationship Type="http://schemas.openxmlformats.org/officeDocument/2006/relationships/slide" Target="/ppt/slides/slide4.xml" Id="R27fc88c7444e4f21" /><Relationship Type="http://schemas.openxmlformats.org/officeDocument/2006/relationships/slide" Target="/ppt/slides/slide5.xml" Id="R95fbfea8948c41ea" /><Relationship Type="http://schemas.openxmlformats.org/officeDocument/2006/relationships/slide" Target="/ppt/slides/slide6.xml" Id="R2a69eea713cd4898" /><Relationship Type="http://schemas.openxmlformats.org/officeDocument/2006/relationships/slide" Target="/ppt/slides/slide7.xml" Id="Recf635befbfd4882" /><Relationship Type="http://schemas.openxmlformats.org/officeDocument/2006/relationships/slide" Target="/ppt/slides/slide8.xml" Id="Ra0b1590d1a424418" /><Relationship Type="http://schemas.openxmlformats.org/officeDocument/2006/relationships/slide" Target="/ppt/slides/slide9.xml" Id="R854723c52bcd42d3" /><Relationship Type="http://schemas.openxmlformats.org/officeDocument/2006/relationships/slide" Target="/ppt/slides/slide10.xml" Id="Reecbfb55b9d84c30" /><Relationship Type="http://schemas.openxmlformats.org/officeDocument/2006/relationships/slide" Target="/ppt/slides/slide11.xml" Id="Rea42d008b04846d4" /><Relationship Type="http://schemas.openxmlformats.org/officeDocument/2006/relationships/slide" Target="/ppt/slides/slide12.xml" Id="Rd3ab55bdb54f4e75" /><Relationship Type="http://schemas.openxmlformats.org/officeDocument/2006/relationships/slide" Target="/ppt/slides/slide13.xml" Id="R16cd4c075edf46aa" /><Relationship Type="http://schemas.openxmlformats.org/officeDocument/2006/relationships/slide" Target="/ppt/slides/slide14.xml" Id="R73b1d705a9ee4015" /><Relationship Type="http://schemas.openxmlformats.org/officeDocument/2006/relationships/slide" Target="/ppt/slides/slide15.xml" Id="R7d6b949387be47e1" /><Relationship Type="http://schemas.openxmlformats.org/officeDocument/2006/relationships/slide" Target="/ppt/slides/slide16.xml" Id="Rf215c72a549a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d06183092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ad3fa19fc4450" /><Relationship Type="http://schemas.openxmlformats.org/officeDocument/2006/relationships/notesMaster" Target="/ppt/notesMasters/notesMaster1.xml" Id="R928d586cb29e43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5a1daa47744c9" /><Relationship Type="http://schemas.openxmlformats.org/officeDocument/2006/relationships/notesMaster" Target="/ppt/notesMasters/notesMaster1.xml" Id="R72b709f3f75f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a32e15a25b4d21" /><Relationship Type="http://schemas.openxmlformats.org/officeDocument/2006/relationships/notesMaster" Target="/ppt/notesMasters/notesMaster1.xml" Id="Ref77b1b426504d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a7812cf9a48b2" /><Relationship Type="http://schemas.openxmlformats.org/officeDocument/2006/relationships/notesMaster" Target="/ppt/notesMasters/notesMaster1.xml" Id="R58b7e61cdde6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7b0d2b04b4935" /><Relationship Type="http://schemas.openxmlformats.org/officeDocument/2006/relationships/notesMaster" Target="/ppt/notesMasters/notesMaster1.xml" Id="Rbb850bbf97b5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9120a8d15428f" /><Relationship Type="http://schemas.openxmlformats.org/officeDocument/2006/relationships/notesMaster" Target="/ppt/notesMasters/notesMaster1.xml" Id="Rd27a0a57999b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71eb469d3489d" /><Relationship Type="http://schemas.openxmlformats.org/officeDocument/2006/relationships/notesMaster" Target="/ppt/notesMasters/notesMaster1.xml" Id="Ref9eeb2d81964d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9cc9295bfc4c1f" /><Relationship Type="http://schemas.openxmlformats.org/officeDocument/2006/relationships/notesMaster" Target="/ppt/notesMasters/notesMaster1.xml" Id="R536d3a62e228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9e10b83cbd4626" /><Relationship Type="http://schemas.openxmlformats.org/officeDocument/2006/relationships/notesMaster" Target="/ppt/notesMasters/notesMaster1.xml" Id="R2c530c2729ba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3ca09ca6e4927" /><Relationship Type="http://schemas.openxmlformats.org/officeDocument/2006/relationships/notesMaster" Target="/ppt/notesMasters/notesMaster1.xml" Id="Rf1c8bdbf00374a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9e030c9be54788" /><Relationship Type="http://schemas.openxmlformats.org/officeDocument/2006/relationships/notesMaster" Target="/ppt/notesMasters/notesMaster1.xml" Id="R8bd5ba696d0c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9cbcdb90141ab" /><Relationship Type="http://schemas.openxmlformats.org/officeDocument/2006/relationships/notesMaster" Target="/ppt/notesMasters/notesMaster1.xml" Id="Rbd2918cd84b245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fb403d58794692" /><Relationship Type="http://schemas.openxmlformats.org/officeDocument/2006/relationships/notesMaster" Target="/ppt/notesMasters/notesMaster1.xml" Id="R4bca28acf96b4f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66f433f233465c" /><Relationship Type="http://schemas.openxmlformats.org/officeDocument/2006/relationships/notesMaster" Target="/ppt/notesMasters/notesMaster1.xml" Id="Ra488afb7d40246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ce15eeabe94808" /><Relationship Type="http://schemas.openxmlformats.org/officeDocument/2006/relationships/notesMaster" Target="/ppt/notesMasters/notesMaster1.xml" Id="R87e6ce5b4dc047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f9151e917340a1" /><Relationship Type="http://schemas.openxmlformats.org/officeDocument/2006/relationships/notesMaster" Target="/ppt/notesMasters/notesMaster1.xml" Id="R6b1cf5fefbd245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 atelier exco-num. Références : Atelier_exco-num_frises_cartes_corrige.pptx, annexe descriptive du kit du 05/10/2026. Les rubriques de restitution reprennent les phrases choc, consensus, non-consensus, éléments de langage et points à confirmer de cette annexe. Les illustrations proviennent du PowerPoint fourni par l’organisateur.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debaa428948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ee02906a5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b668a930941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c89f2bbbe49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a27e61a7640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de0f8f190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C65DD9-2BCB-47E4-A4F2-9B369007D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C7063A-F4D7-45E6-A349-8599625B9F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48FB52-4CBE-4C40-A6C0-CB1D6EC53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A98442-499B-41BD-A159-AB7AE536F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49347B-0FD3-492E-AE84-BBC8F6844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CB7B6D-8BAD-4DBF-BA94-4FFEC55637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C5477A-1AE3-4968-B391-2C1A8B8E09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C80DF2-95F0-4732-8FB4-73D6B13AC6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5D831-DC05-4408-A65D-630FD4B52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93D3FA-56A4-40F9-996E-08905003F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261f9c083449e" /><Relationship Type="http://schemas.openxmlformats.org/officeDocument/2006/relationships/slideLayout" Target="/ppt/slideLayouts/slideLayout1.xml" Id="R64d3dad444f24c22" /><Relationship Type="http://schemas.openxmlformats.org/officeDocument/2006/relationships/slideLayout" Target="/ppt/slideLayouts/slideLayout2.xml" Id="R438b1b83026541f7" /><Relationship Type="http://schemas.openxmlformats.org/officeDocument/2006/relationships/slideLayout" Target="/ppt/slideLayouts/slideLayout3.xml" Id="Rc8f2859f2efd48d3" /><Relationship Type="http://schemas.openxmlformats.org/officeDocument/2006/relationships/slideLayout" Target="/ppt/slideLayouts/slideLayout4.xml" Id="Rb088e95bdd0d493f" /><Relationship Type="http://schemas.openxmlformats.org/officeDocument/2006/relationships/slideLayout" Target="/ppt/slideLayouts/slideLayout5.xml" Id="R59215dd156d74412" /><Relationship Type="http://schemas.openxmlformats.org/officeDocument/2006/relationships/slideLayout" Target="/ppt/slideLayouts/slideLayout6.xml" Id="R5a33e037544f47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3dad444f24c22"/>
    <p:sldLayoutId xmlns:r="http://schemas.openxmlformats.org/officeDocument/2006/relationships" id="2147483650" r:id="R438b1b83026541f7"/>
    <p:sldLayoutId xmlns:r="http://schemas.openxmlformats.org/officeDocument/2006/relationships" id="2147483651" r:id="Rc8f2859f2efd48d3"/>
    <p:sldLayoutId xmlns:r="http://schemas.openxmlformats.org/officeDocument/2006/relationships" id="2147483652" r:id="Rb088e95bdd0d493f"/>
    <p:sldLayoutId xmlns:r="http://schemas.openxmlformats.org/officeDocument/2006/relationships" id="2147483653" r:id="R59215dd156d74412"/>
    <p:sldLayoutId xmlns:r="http://schemas.openxmlformats.org/officeDocument/2006/relationships" id="2147483654" r:id="R5a33e037544f47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8d4f95ee8748b2" /><Relationship Type="http://schemas.openxmlformats.org/officeDocument/2006/relationships/image" Target="/ppt/media/image.png" Id="R36e35571c591491f" /><Relationship Type="http://schemas.openxmlformats.org/officeDocument/2006/relationships/notesSlide" Target="/ppt/notesSlides/notesSlide1.xml" Id="R1e2b04078ae244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f7bfe92c44fed" /><Relationship Type="http://schemas.openxmlformats.org/officeDocument/2006/relationships/notesSlide" Target="/ppt/notesSlides/notesSlide2.xml" Id="Ra6dc0618341e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19dfb4bf244e0" /><Relationship Type="http://schemas.openxmlformats.org/officeDocument/2006/relationships/notesSlide" Target="/ppt/notesSlides/notesSlide3.xml" Id="R2de6813e6610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f91e9f65d4840" /><Relationship Type="http://schemas.openxmlformats.org/officeDocument/2006/relationships/notesSlide" Target="/ppt/notesSlides/notesSlide4.xml" Id="Ra4113b86cf0c4b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d9b1a0dfa43f9" /><Relationship Type="http://schemas.openxmlformats.org/officeDocument/2006/relationships/notesSlide" Target="/ppt/notesSlides/notesSlide5.xml" Id="R07e94a82de22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6eb3ce6b64674" /><Relationship Type="http://schemas.openxmlformats.org/officeDocument/2006/relationships/notesSlide" Target="/ppt/notesSlides/notesSlide6.xml" Id="Ra6bfe07401e84c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d4f0df5174e48" /><Relationship Type="http://schemas.openxmlformats.org/officeDocument/2006/relationships/notesSlide" Target="/ppt/notesSlides/notesSlide7.xml" Id="R64f1a156cd2246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cc65532734acb" /><Relationship Type="http://schemas.openxmlformats.org/officeDocument/2006/relationships/notesSlide" Target="/ppt/notesSlides/notesSlide8.xml" Id="Rb3fab914069245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83a07fdba4af2" /><Relationship Type="http://schemas.openxmlformats.org/officeDocument/2006/relationships/notesSlide" Target="/ppt/notesSlides/notesSlide9.xml" Id="R1bba3718a88d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d6869dede4556" /><Relationship Type="http://schemas.openxmlformats.org/officeDocument/2006/relationships/notesSlide" Target="/ppt/notesSlides/notesSlide10.xml" Id="R996eee44bf6041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e96c2a5ea4b12" /><Relationship Type="http://schemas.openxmlformats.org/officeDocument/2006/relationships/notesSlide" Target="/ppt/notesSlides/notesSlide11.xml" Id="R2200cb4f329544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deafad30c4293" /><Relationship Type="http://schemas.openxmlformats.org/officeDocument/2006/relationships/notesSlide" Target="/ppt/notesSlides/notesSlide12.xml" Id="Rb28379a993ff41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42f5795004910" /><Relationship Type="http://schemas.openxmlformats.org/officeDocument/2006/relationships/notesSlide" Target="/ppt/notesSlides/notesSlide13.xml" Id="Rbd92d7708b0d4c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099e81ef843ad" /><Relationship Type="http://schemas.openxmlformats.org/officeDocument/2006/relationships/notesSlide" Target="/ppt/notesSlides/notesSlide14.xml" Id="Rc2d0e2e3414943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12f03560b42e4" /><Relationship Type="http://schemas.openxmlformats.org/officeDocument/2006/relationships/notesSlide" Target="/ppt/notesSlides/notesSlide15.xml" Id="R8b5a40ecb3da4c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4ec9e785948dd" /><Relationship Type="http://schemas.openxmlformats.org/officeDocument/2006/relationships/notesSlide" Target="/ppt/notesSlides/notesSlide16.xml" Id="R7a72dafb449e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YN_SECTION">
            <a:extLst xmlns:a="http://schemas.openxmlformats.org/drawingml/2006/main">
              <a:ext uri="{FF2B5EF4-FFF2-40B4-BE49-F238E27FC236}">
                <a16:creationId xmlns:a16="http://schemas.microsoft.com/office/drawing/2014/main" id="{AF7F012E-CB01-4237-8903-D56CD261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EXERCICE COORDONNÉ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58673A06-41FB-458A-A3C4-B8DF5C2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usages numériques</a:t>
            </a:r>
          </a:p>
          <a:p xmlns:a="http://schemas.openxmlformats.org/drawingml/2006/main">
            <a: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au fil des parcours</a:t>
            </a:r>
          </a:p>
        </p:txBody>
      </p:sp>
      <p:sp>
        <p:nvSpPr>
          <p:cNvPr id="3" name="DYN_SUBTITLE">
            <a:extLst xmlns:a="http://schemas.openxmlformats.org/drawingml/2006/main">
              <a:ext uri="{FF2B5EF4-FFF2-40B4-BE49-F238E27FC236}">
                <a16:creationId xmlns:a16="http://schemas.microsoft.com/office/drawing/2014/main" id="{DB3F5D38-DE14-4C41-9702-32EED218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Animation et restitution de la journée</a:t>
            </a:r>
          </a:p>
        </p:txBody>
      </p:sp>
      <p:sp>
        <p:nvSpPr>
          <p:cNvPr id="4" name="DYN_META">
            <a:extLst xmlns:a="http://schemas.openxmlformats.org/drawingml/2006/main">
              <a:ext uri="{FF2B5EF4-FFF2-40B4-BE49-F238E27FC236}">
                <a16:creationId xmlns:a16="http://schemas.microsoft.com/office/drawing/2014/main" id="{A148F21A-6C60-47A6-BEF2-993A79B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CPAM, ARS et SESAN</a:t>
            </a:r>
          </a:p>
          <a:p xmlns:a="http://schemas.openxmlformats.org/drawingml/2006/main">
            <a: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CPTS, MSP et centres de santé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218E4-E296-4252-BAB4-6ACCBD566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35571c591491f"/>
          <a:stretch xmlns:a="http://schemas.openxmlformats.org/drawingml/2006/main"/>
        </p:blipFill>
        <p:spPr>
          <a:xfrm xmlns:a="http://schemas.openxmlformats.org/drawingml/2006/main">
            <a:off x="9048750" y="1450975"/>
            <a:ext cx="1809750" cy="3860800"/>
          </a:xfrm>
          <a:prstGeom xmlns:a="http://schemas.openxmlformats.org/drawingml/2006/main" prst="rect">
            <a:avLst/>
          </a:prstGeom>
        </p:spPr>
      </p:pic>
      <p:sp>
        <p:nvSpPr>
          <p:cNvPr id="6" name="DYN_FOOTER">
            <a:extLst xmlns:a="http://schemas.openxmlformats.org/drawingml/2006/main">
              <a:ext uri="{FF2B5EF4-FFF2-40B4-BE49-F238E27FC236}">
                <a16:creationId xmlns:a16="http://schemas.microsoft.com/office/drawing/2014/main" id="{817C2E65-225D-4F19-854A-B8AC212D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Pack V9</a:t>
            </a:r>
          </a:p>
        </p:txBody>
      </p:sp>
      <p:sp>
        <p:nvSpPr>
          <p:cNvPr id="7" name="DYN_PAGE">
            <a:extLst xmlns:a="http://schemas.openxmlformats.org/drawingml/2006/main">
              <a:ext uri="{FF2B5EF4-FFF2-40B4-BE49-F238E27FC236}">
                <a16:creationId xmlns:a16="http://schemas.microsoft.com/office/drawing/2014/main" id="{A0D143C0-9341-4DA5-8BFF-D1C6A9D9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7311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C1856617-C476-4BFA-92A7-393621D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E4090C93-77CF-4820-AA74-8381695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L’objectif de l’atelier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E2483632-1C36-426E-B07C-1515DF2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Partir d’une situation vécue pour justifier les usages numériques.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groupes construisent des réponses aux irritants et des éléments de langage réutilisables.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suite prend la forme d’une action concrète auprès d’une CPTS, d’une MSP ou d’un centre de santé.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B637B5F3-D46F-4A8F-95C0-E4AAA089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4D9BB171-E83E-4604-A593-C6B9798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6235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9531F42A-34EC-4E3D-96F6-3108F54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0C873E4A-CB5F-4855-883C-5E768AE0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groupes de travail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0AEAF93-5FD1-4AEF-90F7-B3EA5D0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5 à 7 personnes par table, avec un maximum 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CPAM, ARS et SESAN mélangés autant que possible.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Même département privilégié et expériences réparties.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 animateur par table si possible, sinon un pour deux.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Une personne saisit, une rapporte, une suit le temps.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5D1EB084-1C3E-4680-9BB3-3988721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E17E609A-1CB9-48D4-80B2-44D5FF3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6641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26A74769-63CA-416E-90F0-F5135AA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BCEB6B30-DFE0-4A22-AC0E-EC80042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déroulé en 2 h 30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EEAB85F7-6526-4C24-8928-9CAD73FA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Avant le démarrage : installation, personae et consignes.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00:00 à 00:45   Jeu, timer de 45 minutes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00:45 à 01:25   Synthèse et préparation de la restitution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01:25 à 01:30   Export et transmission des JSON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01:30 à 02:20   Plénière, jusqu’à 10 groupes à 5 minutes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02:20 à 02:30   Décisions et suite de la journée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Si moins de groupes : approfondissement des points ouverts.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8F16D252-9771-4398-9D5D-39D09975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193E5BD1-2466-4F4E-83C4-31A7AEAE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0046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494960B0-E176-4BEF-A5AE-99FC981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DFE2F0AE-F75D-4E27-878A-4F8A090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règles du jeu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01F13379-651E-491E-959E-C0BAB36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repères racontent le parcours.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Chaque moment clé accueille plusieurs personnages et outils si le groupe justifie ses choix.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Au moins deux irritants et une réponse pour chacun.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jokers permettent une proposition libre nommée.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groupe conserve les accords, désaccords et questions.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3046999B-28F0-4348-A075-30B3714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307A6F9-C91F-4826-A3FA-6C8AE1C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0250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DFD4A676-CA93-4C62-BDB4-14CB31E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5C65A39F-3FBE-4570-83CD-36AC3FAB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discussion à chaque moment clé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6CE58AD-5503-4C6C-A5B5-8139F29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Quel est le besoin du professionnel à cette étape 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Qui doit agir et avec qui ?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Pourquoi ce service aide-t-il dans cette situation ?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Quel frein faut-il traiter, avec quel levier 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Quelle phrase utiliseriez-vous face au professionnel ?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Quelle première action proposeriez-vous sur le territoire ?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BF8B1072-F606-470D-94A9-B02135A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24AB8CCA-7FA0-497D-A4BB-C2012CF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287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76D80CFD-DEF2-4D19-9EF2-FF700931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9F4C80BB-4327-45E4-8D61-1C8343A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étoiles du groupe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750F9E7B-5019-4DE5-B1E5-CB3E5D7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Pertinence dans cette situation : 1 faible, 5 forte.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Facilité d’usage : 1 difficile, 5 facile.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Gain de temps perçu : 1 faible, 5 élevé.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Difficulté d’équipement : 1 faible, 5 élevée.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Une appréciation propre à chaque outil et à chaque étape.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Une absence d’évaluation reste distincte d’un zéro.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AD4563C7-2A65-4396-8C0C-19C65991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8408AE60-4F36-4B38-BBC4-F8D1D697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2060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137E4CE-207B-4F54-93CC-33B0729C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28F27685-ECB7-4A17-9031-3F98E9A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restitution en cinq minutes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EE8671CD-E22F-4881-A659-4992F99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Une phrase choc pour ouvrir.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 moment du parcours et le choix que vous justifiez.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 irritant et la réponse proposée au professionnel.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 désaccord ou une question restant à confirmer.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Une action d’aller-vers, avec un pilote et une échéance.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D6505294-8190-45AB-A6BE-0B94139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2F05E0AF-7665-40F6-846C-200C383B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5477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6993160C-E92E-48A1-8E00-E1989D65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ANIMATION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0EB99888-D253-444D-A147-0BAB2F5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transmission des résultats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F35B6355-650B-45EC-9954-18F15A36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groupe télécharge son fichier JSON.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Il l’ajoute au courriel préparé, puis envoie le 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L’animateur importe les fichiers dans son espace.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Il examine les doublons et choisit les remplacements.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synthèse de plénière complète les contributions.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PowerPoint global se génère depuis les exports.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1A616635-BF3A-41BF-9F1E-A2E3341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Atelier exercice coordonné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A133D610-82AF-4FEF-A240-7F0F4B54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0203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10DAA7C2-CCDC-4628-A7B1-E6B95CAF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7EDD5672-6D19-465A-9D2E-6900F2A8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phrases choc des groupes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D02A4D89-08B3-4975-AC56-B7C0363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Groupe : [à compléter après la séance]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Parcours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« Phrase retenue par le groupe 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Message à réutiliser auprès des CPTS, MSP et CDS.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26D70A8-3FCF-4872-8CE7-AFC0BA3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836BADA1-812A-4102-83CE-4481CBC1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6778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645F03B-3EE7-460C-8B0E-37BEAF71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BBD820CE-898A-436F-848C-8A0DEA6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consensus transversaux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D66E4FC8-D6EF-4D18-A25B-9113400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Consensus validés en plénière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Groupes et situations concernés : [à préciser]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Conditions d’usage et limites : [à conserver]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synthèse distingue ces accords des contributions encore à discuter.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DBC1AF2-AC97-4B10-A560-165451A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ED8FABDF-D0D8-42A2-B91E-608AF316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6695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9D396EBC-609A-4022-BAAC-103ED8B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2CB241C3-E01C-46DB-8509-BE9FD82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éléments de langage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CC8E5565-48F3-4530-B862-C48960EC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Situation et irritant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Réponse et levier proposés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Phrase à utiliser face au professionnel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Source et point restant à vérifier : [à préciser]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EBEB2F3C-F52A-471F-869D-2A393027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E0B67512-00EE-40F6-B49C-96664D3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534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430E6FCF-2A20-49C6-86D8-B12C696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D72E806A-DE77-49B9-814F-4D59557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non-consensus et questions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182E3465-84D8-409C-96F0-9B127CA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Désaccord ou question : [à compléter]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Ce que les groupes ont exprimé : [à conserver]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Personne ou structure chargée de vérifier : [à désigner]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Retour attendu et échéance : [à préciser]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92A24022-847E-49EE-AD15-17B09B3A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39F359D8-058F-489D-8090-D76621B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6945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7DB87B0A-60AD-4837-A421-829755C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F6447ADD-A7A0-4DC7-AFAF-447E75D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La démarche d’aller-vers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08512DFB-5932-4387-A9CE-7E7AC0F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Action proposée : [à compléter]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CPTS, MSP ou CDS cible : [à préciser]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Acteur clé et moment de contact : [à identifier]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Canal et message d’approche : [à formuler]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Pilote CPAM, ARS ou SESAN : [à désigner]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Échéance et résultat attendu : [à fixer]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534EEA4D-9566-433A-A1C1-CA1BEEBE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FF9C9C5-932F-4852-97F7-09B4D7A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50820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45DED9-A34A-474F-9B5E-5AAD17D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0E0AB801-0B44-43CD-ADE7-F2DC11A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fiches outils du kit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EA28FC3D-2636-4909-827F-7C348BF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« Découvrir les outils » ouvre la bibliothèque.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Chaque fiche reprend le Word : usage, publics, moment du parcours, statut, irritant, élément de langage et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infobulles donnent un descriptif court sur les cartes.</a:t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points à confirmer restent identifiés comme tels.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A5AB1799-A4E7-42A3-A384-FDCE8EB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082B0E42-D34D-44BE-8B9D-F1B74CF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9674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82AD134C-BCA9-4890-A05A-CB66D19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RESTITUTION À COMPLÉTER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81FD0A0D-82EA-4896-9874-03A3924F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suivi après la journée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CBD08CFB-7616-4346-9A26-4B61842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résultats des groupes et la synthèse de plénière forment deux niveaux complémentaires.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kit à diffuser conserve les éléments de langage validés, les limites et les actions retenues.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Un pilote suit chaque point ouvert et chaque engagement.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B4B6152E-B9BE-4800-9ACB-3762B87A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Rubrique à renseigner avec les résultats de la journée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FF2AC114-40F0-461B-BDC5-AB6034DE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3065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2026-10-18T15:26:07.0100000Z</dcterms:created>
  <dcterms:modified xsi:type="dcterms:W3CDTF">2026-10-18T15:26:07.0100000Z</dcterms:modified>
</coreProperties>
</file>